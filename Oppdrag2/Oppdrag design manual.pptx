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312F"/>
    <a:srgbClr val="785946"/>
    <a:srgbClr val="AF582D"/>
    <a:srgbClr val="AAACB6"/>
    <a:srgbClr val="7C5548"/>
    <a:srgbClr val="D73B2C"/>
    <a:srgbClr val="F17B3E"/>
    <a:srgbClr val="FDC0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4564B3-2AAF-4B85-B1A5-7E7372F57839}" v="8" dt="2025-12-17T10:32:24.8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4" autoAdjust="0"/>
    <p:restoredTop sz="95696" autoAdjust="0"/>
  </p:normalViewPr>
  <p:slideViewPr>
    <p:cSldViewPr snapToGrid="0">
      <p:cViewPr varScale="1">
        <p:scale>
          <a:sx n="91" d="100"/>
          <a:sy n="91" d="100"/>
        </p:scale>
        <p:origin x="3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ek Kumar Chaudhary" userId="114ad16a-5735-4ec1-a38c-c3f8cbc8f681" providerId="ADAL" clId="{11AC29DA-C353-4A7B-A81D-E4C4D0F63F4A}"/>
    <pc:docChg chg="undo redo custSel addSld delSld modSld sldOrd addMainMaster delMainMaster">
      <pc:chgData name="Vivek Kumar Chaudhary" userId="114ad16a-5735-4ec1-a38c-c3f8cbc8f681" providerId="ADAL" clId="{11AC29DA-C353-4A7B-A81D-E4C4D0F63F4A}" dt="2025-12-17T10:36:20.857" v="1618" actId="1076"/>
      <pc:docMkLst>
        <pc:docMk/>
      </pc:docMkLst>
      <pc:sldChg chg="addSp delSp modSp mod">
        <pc:chgData name="Vivek Kumar Chaudhary" userId="114ad16a-5735-4ec1-a38c-c3f8cbc8f681" providerId="ADAL" clId="{11AC29DA-C353-4A7B-A81D-E4C4D0F63F4A}" dt="2025-12-16T10:58:16.126" v="1460" actId="14100"/>
        <pc:sldMkLst>
          <pc:docMk/>
          <pc:sldMk cId="926296568" sldId="257"/>
        </pc:sldMkLst>
        <pc:spChg chg="del">
          <ac:chgData name="Vivek Kumar Chaudhary" userId="114ad16a-5735-4ec1-a38c-c3f8cbc8f681" providerId="ADAL" clId="{11AC29DA-C353-4A7B-A81D-E4C4D0F63F4A}" dt="2025-12-16T10:54:52.110" v="970" actId="478"/>
          <ac:spMkLst>
            <pc:docMk/>
            <pc:sldMk cId="926296568" sldId="257"/>
            <ac:spMk id="2" creationId="{55B14604-FD7D-5436-1E14-474B22C22642}"/>
          </ac:spMkLst>
        </pc:spChg>
        <pc:spChg chg="mod">
          <ac:chgData name="Vivek Kumar Chaudhary" userId="114ad16a-5735-4ec1-a38c-c3f8cbc8f681" providerId="ADAL" clId="{11AC29DA-C353-4A7B-A81D-E4C4D0F63F4A}" dt="2025-12-16T10:58:16.126" v="1460" actId="14100"/>
          <ac:spMkLst>
            <pc:docMk/>
            <pc:sldMk cId="926296568" sldId="257"/>
            <ac:spMk id="3" creationId="{43F28E74-EA7D-3E6A-0FF1-8F84DDD22888}"/>
          </ac:spMkLst>
        </pc:spChg>
        <pc:spChg chg="mod">
          <ac:chgData name="Vivek Kumar Chaudhary" userId="114ad16a-5735-4ec1-a38c-c3f8cbc8f681" providerId="ADAL" clId="{11AC29DA-C353-4A7B-A81D-E4C4D0F63F4A}" dt="2025-12-16T10:56:06.190" v="1184" actId="1036"/>
          <ac:spMkLst>
            <pc:docMk/>
            <pc:sldMk cId="926296568" sldId="257"/>
            <ac:spMk id="4" creationId="{C268FDAF-4EB6-5BB1-5A48-57ECA0FB698B}"/>
          </ac:spMkLst>
        </pc:spChg>
        <pc:spChg chg="mod">
          <ac:chgData name="Vivek Kumar Chaudhary" userId="114ad16a-5735-4ec1-a38c-c3f8cbc8f681" providerId="ADAL" clId="{11AC29DA-C353-4A7B-A81D-E4C4D0F63F4A}" dt="2025-12-16T10:56:16.737" v="1185" actId="14100"/>
          <ac:spMkLst>
            <pc:docMk/>
            <pc:sldMk cId="926296568" sldId="257"/>
            <ac:spMk id="5" creationId="{40981C0B-8050-A2EC-E94D-8BB954832289}"/>
          </ac:spMkLst>
        </pc:spChg>
        <pc:spChg chg="mod">
          <ac:chgData name="Vivek Kumar Chaudhary" userId="114ad16a-5735-4ec1-a38c-c3f8cbc8f681" providerId="ADAL" clId="{11AC29DA-C353-4A7B-A81D-E4C4D0F63F4A}" dt="2025-12-16T10:56:06.190" v="1184" actId="1036"/>
          <ac:spMkLst>
            <pc:docMk/>
            <pc:sldMk cId="926296568" sldId="257"/>
            <ac:spMk id="6" creationId="{CA1C81B6-F874-A0DA-6323-0F92C2208BD9}"/>
          </ac:spMkLst>
        </pc:spChg>
        <pc:spChg chg="mod">
          <ac:chgData name="Vivek Kumar Chaudhary" userId="114ad16a-5735-4ec1-a38c-c3f8cbc8f681" providerId="ADAL" clId="{11AC29DA-C353-4A7B-A81D-E4C4D0F63F4A}" dt="2025-12-16T10:56:06.190" v="1184" actId="1036"/>
          <ac:spMkLst>
            <pc:docMk/>
            <pc:sldMk cId="926296568" sldId="257"/>
            <ac:spMk id="7" creationId="{047F80EE-35C4-35CA-6BD3-66A3CBB1E88E}"/>
          </ac:spMkLst>
        </pc:spChg>
        <pc:spChg chg="add del mod">
          <ac:chgData name="Vivek Kumar Chaudhary" userId="114ad16a-5735-4ec1-a38c-c3f8cbc8f681" providerId="ADAL" clId="{11AC29DA-C353-4A7B-A81D-E4C4D0F63F4A}" dt="2025-12-16T10:54:53.545" v="971" actId="478"/>
          <ac:spMkLst>
            <pc:docMk/>
            <pc:sldMk cId="926296568" sldId="257"/>
            <ac:spMk id="10" creationId="{06EF51F1-114F-281C-FF77-E19B937BF98E}"/>
          </ac:spMkLst>
        </pc:spChg>
        <pc:spChg chg="add del">
          <ac:chgData name="Vivek Kumar Chaudhary" userId="114ad16a-5735-4ec1-a38c-c3f8cbc8f681" providerId="ADAL" clId="{11AC29DA-C353-4A7B-A81D-E4C4D0F63F4A}" dt="2025-12-16T10:56:40.318" v="1187" actId="22"/>
          <ac:spMkLst>
            <pc:docMk/>
            <pc:sldMk cId="926296568" sldId="257"/>
            <ac:spMk id="12" creationId="{2D6E08AE-35BE-69EF-6FD5-07071BF933E4}"/>
          </ac:spMkLst>
        </pc:spChg>
        <pc:spChg chg="add mod">
          <ac:chgData name="Vivek Kumar Chaudhary" userId="114ad16a-5735-4ec1-a38c-c3f8cbc8f681" providerId="ADAL" clId="{11AC29DA-C353-4A7B-A81D-E4C4D0F63F4A}" dt="2025-12-16T10:57:40.183" v="1298" actId="14100"/>
          <ac:spMkLst>
            <pc:docMk/>
            <pc:sldMk cId="926296568" sldId="257"/>
            <ac:spMk id="13" creationId="{70064E62-C86F-EE68-2476-FF4387582C5C}"/>
          </ac:spMkLst>
        </pc:spChg>
        <pc:spChg chg="add mod">
          <ac:chgData name="Vivek Kumar Chaudhary" userId="114ad16a-5735-4ec1-a38c-c3f8cbc8f681" providerId="ADAL" clId="{11AC29DA-C353-4A7B-A81D-E4C4D0F63F4A}" dt="2025-12-16T10:58:04.707" v="1458" actId="1036"/>
          <ac:spMkLst>
            <pc:docMk/>
            <pc:sldMk cId="926296568" sldId="257"/>
            <ac:spMk id="14" creationId="{53589633-F4B3-8816-45BF-146A5F72A698}"/>
          </ac:spMkLst>
        </pc:spChg>
        <pc:spChg chg="add mod">
          <ac:chgData name="Vivek Kumar Chaudhary" userId="114ad16a-5735-4ec1-a38c-c3f8cbc8f681" providerId="ADAL" clId="{11AC29DA-C353-4A7B-A81D-E4C4D0F63F4A}" dt="2025-12-16T10:58:04.707" v="1458" actId="1036"/>
          <ac:spMkLst>
            <pc:docMk/>
            <pc:sldMk cId="926296568" sldId="257"/>
            <ac:spMk id="15" creationId="{7A551032-EEB9-6E03-A3F7-571251876121}"/>
          </ac:spMkLst>
        </pc:spChg>
        <pc:picChg chg="mod">
          <ac:chgData name="Vivek Kumar Chaudhary" userId="114ad16a-5735-4ec1-a38c-c3f8cbc8f681" providerId="ADAL" clId="{11AC29DA-C353-4A7B-A81D-E4C4D0F63F4A}" dt="2025-12-16T10:54:41.943" v="969" actId="14100"/>
          <ac:picMkLst>
            <pc:docMk/>
            <pc:sldMk cId="926296568" sldId="257"/>
            <ac:picMk id="9" creationId="{54A17075-A858-E23D-CDFA-E9C1895AEE39}"/>
          </ac:picMkLst>
        </pc:picChg>
      </pc:sldChg>
      <pc:sldChg chg="addSp delSp modSp mod">
        <pc:chgData name="Vivek Kumar Chaudhary" userId="114ad16a-5735-4ec1-a38c-c3f8cbc8f681" providerId="ADAL" clId="{11AC29DA-C353-4A7B-A81D-E4C4D0F63F4A}" dt="2025-12-16T10:53:23.137" v="949" actId="1036"/>
        <pc:sldMkLst>
          <pc:docMk/>
          <pc:sldMk cId="2300683812" sldId="258"/>
        </pc:sldMkLst>
        <pc:spChg chg="del mod">
          <ac:chgData name="Vivek Kumar Chaudhary" userId="114ad16a-5735-4ec1-a38c-c3f8cbc8f681" providerId="ADAL" clId="{11AC29DA-C353-4A7B-A81D-E4C4D0F63F4A}" dt="2025-12-16T10:50:52.110" v="662" actId="478"/>
          <ac:spMkLst>
            <pc:docMk/>
            <pc:sldMk cId="2300683812" sldId="258"/>
            <ac:spMk id="2" creationId="{1050C468-18DE-8D2D-6293-8ED6EB42DD81}"/>
          </ac:spMkLst>
        </pc:spChg>
        <pc:spChg chg="mod">
          <ac:chgData name="Vivek Kumar Chaudhary" userId="114ad16a-5735-4ec1-a38c-c3f8cbc8f681" providerId="ADAL" clId="{11AC29DA-C353-4A7B-A81D-E4C4D0F63F4A}" dt="2025-12-16T10:51:42.308" v="749" actId="403"/>
          <ac:spMkLst>
            <pc:docMk/>
            <pc:sldMk cId="2300683812" sldId="258"/>
            <ac:spMk id="3" creationId="{7FBFA3E1-5B0B-519D-9DE5-AE0E6B61C286}"/>
          </ac:spMkLst>
        </pc:spChg>
        <pc:spChg chg="mod">
          <ac:chgData name="Vivek Kumar Chaudhary" userId="114ad16a-5735-4ec1-a38c-c3f8cbc8f681" providerId="ADAL" clId="{11AC29DA-C353-4A7B-A81D-E4C4D0F63F4A}" dt="2025-12-16T10:51:50.991" v="807" actId="1035"/>
          <ac:spMkLst>
            <pc:docMk/>
            <pc:sldMk cId="2300683812" sldId="258"/>
            <ac:spMk id="4" creationId="{255D4A3C-982A-2158-4D7F-EA801BEA6987}"/>
          </ac:spMkLst>
        </pc:spChg>
        <pc:spChg chg="mod">
          <ac:chgData name="Vivek Kumar Chaudhary" userId="114ad16a-5735-4ec1-a38c-c3f8cbc8f681" providerId="ADAL" clId="{11AC29DA-C353-4A7B-A81D-E4C4D0F63F4A}" dt="2025-12-16T10:52:02.713" v="808" actId="1076"/>
          <ac:spMkLst>
            <pc:docMk/>
            <pc:sldMk cId="2300683812" sldId="258"/>
            <ac:spMk id="5" creationId="{F751EE6D-AF7D-E638-3DA0-63E650849598}"/>
          </ac:spMkLst>
        </pc:spChg>
        <pc:spChg chg="mod">
          <ac:chgData name="Vivek Kumar Chaudhary" userId="114ad16a-5735-4ec1-a38c-c3f8cbc8f681" providerId="ADAL" clId="{11AC29DA-C353-4A7B-A81D-E4C4D0F63F4A}" dt="2025-12-16T10:51:50.991" v="807" actId="1035"/>
          <ac:spMkLst>
            <pc:docMk/>
            <pc:sldMk cId="2300683812" sldId="258"/>
            <ac:spMk id="6" creationId="{37383DD1-AE9C-F9CB-EBFD-C06AA987140E}"/>
          </ac:spMkLst>
        </pc:spChg>
        <pc:spChg chg="mod">
          <ac:chgData name="Vivek Kumar Chaudhary" userId="114ad16a-5735-4ec1-a38c-c3f8cbc8f681" providerId="ADAL" clId="{11AC29DA-C353-4A7B-A81D-E4C4D0F63F4A}" dt="2025-12-16T10:51:50.991" v="807" actId="1035"/>
          <ac:spMkLst>
            <pc:docMk/>
            <pc:sldMk cId="2300683812" sldId="258"/>
            <ac:spMk id="7" creationId="{1BC8CB28-F6B5-0348-B9A5-9720DFED56D6}"/>
          </ac:spMkLst>
        </pc:spChg>
        <pc:spChg chg="mod">
          <ac:chgData name="Vivek Kumar Chaudhary" userId="114ad16a-5735-4ec1-a38c-c3f8cbc8f681" providerId="ADAL" clId="{11AC29DA-C353-4A7B-A81D-E4C4D0F63F4A}" dt="2025-12-16T10:51:50.991" v="807" actId="1035"/>
          <ac:spMkLst>
            <pc:docMk/>
            <pc:sldMk cId="2300683812" sldId="258"/>
            <ac:spMk id="8" creationId="{77F79AAF-727C-2859-30E4-54E0BADF9E3D}"/>
          </ac:spMkLst>
        </pc:spChg>
        <pc:spChg chg="mod">
          <ac:chgData name="Vivek Kumar Chaudhary" userId="114ad16a-5735-4ec1-a38c-c3f8cbc8f681" providerId="ADAL" clId="{11AC29DA-C353-4A7B-A81D-E4C4D0F63F4A}" dt="2025-12-16T10:51:50.991" v="807" actId="1035"/>
          <ac:spMkLst>
            <pc:docMk/>
            <pc:sldMk cId="2300683812" sldId="258"/>
            <ac:spMk id="9" creationId="{E61A8DD7-CBE0-4B6D-DC08-751F64E4D08C}"/>
          </ac:spMkLst>
        </pc:spChg>
        <pc:spChg chg="add del mod">
          <ac:chgData name="Vivek Kumar Chaudhary" userId="114ad16a-5735-4ec1-a38c-c3f8cbc8f681" providerId="ADAL" clId="{11AC29DA-C353-4A7B-A81D-E4C4D0F63F4A}" dt="2025-12-16T10:50:54.986" v="663" actId="478"/>
          <ac:spMkLst>
            <pc:docMk/>
            <pc:sldMk cId="2300683812" sldId="258"/>
            <ac:spMk id="11" creationId="{3E2E0FB1-A973-8089-9281-98FFA753CF48}"/>
          </ac:spMkLst>
        </pc:spChg>
        <pc:spChg chg="add mod">
          <ac:chgData name="Vivek Kumar Chaudhary" userId="114ad16a-5735-4ec1-a38c-c3f8cbc8f681" providerId="ADAL" clId="{11AC29DA-C353-4A7B-A81D-E4C4D0F63F4A}" dt="2025-12-16T10:53:23.137" v="949" actId="1036"/>
          <ac:spMkLst>
            <pc:docMk/>
            <pc:sldMk cId="2300683812" sldId="258"/>
            <ac:spMk id="12" creationId="{E4487F0D-2BA8-B509-F4EA-E60D5BB0CA55}"/>
          </ac:spMkLst>
        </pc:spChg>
        <pc:spChg chg="add mod">
          <ac:chgData name="Vivek Kumar Chaudhary" userId="114ad16a-5735-4ec1-a38c-c3f8cbc8f681" providerId="ADAL" clId="{11AC29DA-C353-4A7B-A81D-E4C4D0F63F4A}" dt="2025-12-16T10:53:13.957" v="936" actId="1035"/>
          <ac:spMkLst>
            <pc:docMk/>
            <pc:sldMk cId="2300683812" sldId="258"/>
            <ac:spMk id="13" creationId="{B363F7AD-6BD5-2BB7-2CFC-56DA5D25E204}"/>
          </ac:spMkLst>
        </pc:spChg>
        <pc:spChg chg="add mod">
          <ac:chgData name="Vivek Kumar Chaudhary" userId="114ad16a-5735-4ec1-a38c-c3f8cbc8f681" providerId="ADAL" clId="{11AC29DA-C353-4A7B-A81D-E4C4D0F63F4A}" dt="2025-12-16T10:53:13.957" v="936" actId="1035"/>
          <ac:spMkLst>
            <pc:docMk/>
            <pc:sldMk cId="2300683812" sldId="258"/>
            <ac:spMk id="14" creationId="{73B49907-AF28-FDD1-7D98-CED109D70933}"/>
          </ac:spMkLst>
        </pc:spChg>
        <pc:spChg chg="add mod">
          <ac:chgData name="Vivek Kumar Chaudhary" userId="114ad16a-5735-4ec1-a38c-c3f8cbc8f681" providerId="ADAL" clId="{11AC29DA-C353-4A7B-A81D-E4C4D0F63F4A}" dt="2025-12-16T10:53:13.957" v="936" actId="1035"/>
          <ac:spMkLst>
            <pc:docMk/>
            <pc:sldMk cId="2300683812" sldId="258"/>
            <ac:spMk id="15" creationId="{E633E0AB-819C-74D6-481A-11FE545A7789}"/>
          </ac:spMkLst>
        </pc:spChg>
        <pc:spChg chg="add mod">
          <ac:chgData name="Vivek Kumar Chaudhary" userId="114ad16a-5735-4ec1-a38c-c3f8cbc8f681" providerId="ADAL" clId="{11AC29DA-C353-4A7B-A81D-E4C4D0F63F4A}" dt="2025-12-16T10:53:13.957" v="936" actId="1035"/>
          <ac:spMkLst>
            <pc:docMk/>
            <pc:sldMk cId="2300683812" sldId="258"/>
            <ac:spMk id="16" creationId="{3FF8D521-1C6E-D849-C74C-D8F99945CA73}"/>
          </ac:spMkLst>
        </pc:spChg>
        <pc:spChg chg="add mod">
          <ac:chgData name="Vivek Kumar Chaudhary" userId="114ad16a-5735-4ec1-a38c-c3f8cbc8f681" providerId="ADAL" clId="{11AC29DA-C353-4A7B-A81D-E4C4D0F63F4A}" dt="2025-12-16T10:53:13.957" v="936" actId="1035"/>
          <ac:spMkLst>
            <pc:docMk/>
            <pc:sldMk cId="2300683812" sldId="258"/>
            <ac:spMk id="17" creationId="{61CAC696-9593-80C2-3911-4031AD129A05}"/>
          </ac:spMkLst>
        </pc:spChg>
        <pc:spChg chg="add mod">
          <ac:chgData name="Vivek Kumar Chaudhary" userId="114ad16a-5735-4ec1-a38c-c3f8cbc8f681" providerId="ADAL" clId="{11AC29DA-C353-4A7B-A81D-E4C4D0F63F4A}" dt="2025-12-16T10:53:13.957" v="936" actId="1035"/>
          <ac:spMkLst>
            <pc:docMk/>
            <pc:sldMk cId="2300683812" sldId="258"/>
            <ac:spMk id="18" creationId="{53258AFB-66A7-B7FB-5F79-197F47D2FB39}"/>
          </ac:spMkLst>
        </pc:spChg>
      </pc:sldChg>
      <pc:sldChg chg="delSp modSp del mod">
        <pc:chgData name="Vivek Kumar Chaudhary" userId="114ad16a-5735-4ec1-a38c-c3f8cbc8f681" providerId="ADAL" clId="{11AC29DA-C353-4A7B-A81D-E4C4D0F63F4A}" dt="2025-12-16T10:58:08.433" v="1459" actId="47"/>
        <pc:sldMkLst>
          <pc:docMk/>
          <pc:sldMk cId="3944812047" sldId="259"/>
        </pc:sldMkLst>
        <pc:spChg chg="del mod">
          <ac:chgData name="Vivek Kumar Chaudhary" userId="114ad16a-5735-4ec1-a38c-c3f8cbc8f681" providerId="ADAL" clId="{11AC29DA-C353-4A7B-A81D-E4C4D0F63F4A}" dt="2025-12-16T10:50:05.202" v="651" actId="478"/>
          <ac:spMkLst>
            <pc:docMk/>
            <pc:sldMk cId="3944812047" sldId="259"/>
            <ac:spMk id="2" creationId="{4E1C9EF5-1E71-49EA-F561-24C5ED67758B}"/>
          </ac:spMkLst>
        </pc:spChg>
        <pc:spChg chg="mod">
          <ac:chgData name="Vivek Kumar Chaudhary" userId="114ad16a-5735-4ec1-a38c-c3f8cbc8f681" providerId="ADAL" clId="{11AC29DA-C353-4A7B-A81D-E4C4D0F63F4A}" dt="2025-12-16T10:49:18.931" v="645" actId="1076"/>
          <ac:spMkLst>
            <pc:docMk/>
            <pc:sldMk cId="3944812047" sldId="259"/>
            <ac:spMk id="3" creationId="{0B582DDF-08F8-4523-98DA-FB54B0A3417F}"/>
          </ac:spMkLst>
        </pc:spChg>
        <pc:spChg chg="mod">
          <ac:chgData name="Vivek Kumar Chaudhary" userId="114ad16a-5735-4ec1-a38c-c3f8cbc8f681" providerId="ADAL" clId="{11AC29DA-C353-4A7B-A81D-E4C4D0F63F4A}" dt="2025-12-16T10:50:10.603" v="652" actId="1076"/>
          <ac:spMkLst>
            <pc:docMk/>
            <pc:sldMk cId="3944812047" sldId="259"/>
            <ac:spMk id="4" creationId="{67492806-90B2-682D-B5B9-9C67BF4CC809}"/>
          </ac:spMkLst>
        </pc:spChg>
        <pc:spChg chg="mod">
          <ac:chgData name="Vivek Kumar Chaudhary" userId="114ad16a-5735-4ec1-a38c-c3f8cbc8f681" providerId="ADAL" clId="{11AC29DA-C353-4A7B-A81D-E4C4D0F63F4A}" dt="2025-12-16T10:50:15.799" v="653" actId="1076"/>
          <ac:spMkLst>
            <pc:docMk/>
            <pc:sldMk cId="3944812047" sldId="259"/>
            <ac:spMk id="5" creationId="{EE10161B-25C2-825C-1829-E80D6724332F}"/>
          </ac:spMkLst>
        </pc:spChg>
      </pc:sldChg>
      <pc:sldChg chg="modSp add del mod">
        <pc:chgData name="Vivek Kumar Chaudhary" userId="114ad16a-5735-4ec1-a38c-c3f8cbc8f681" providerId="ADAL" clId="{11AC29DA-C353-4A7B-A81D-E4C4D0F63F4A}" dt="2025-12-16T10:53:34.621" v="952" actId="47"/>
        <pc:sldMkLst>
          <pc:docMk/>
          <pc:sldMk cId="1750895018" sldId="260"/>
        </pc:sldMkLst>
        <pc:spChg chg="mod">
          <ac:chgData name="Vivek Kumar Chaudhary" userId="114ad16a-5735-4ec1-a38c-c3f8cbc8f681" providerId="ADAL" clId="{11AC29DA-C353-4A7B-A81D-E4C4D0F63F4A}" dt="2025-12-16T10:52:49.609" v="827" actId="1076"/>
          <ac:spMkLst>
            <pc:docMk/>
            <pc:sldMk cId="1750895018" sldId="260"/>
            <ac:spMk id="3" creationId="{C1D1C369-1BCD-E139-AAA1-7F924A03A96F}"/>
          </ac:spMkLst>
        </pc:spChg>
      </pc:sldChg>
      <pc:sldChg chg="addSp delSp modSp new mod">
        <pc:chgData name="Vivek Kumar Chaudhary" userId="114ad16a-5735-4ec1-a38c-c3f8cbc8f681" providerId="ADAL" clId="{11AC29DA-C353-4A7B-A81D-E4C4D0F63F4A}" dt="2025-12-17T10:36:20.857" v="1618" actId="1076"/>
        <pc:sldMkLst>
          <pc:docMk/>
          <pc:sldMk cId="1380517564" sldId="261"/>
        </pc:sldMkLst>
        <pc:spChg chg="del mod">
          <ac:chgData name="Vivek Kumar Chaudhary" userId="114ad16a-5735-4ec1-a38c-c3f8cbc8f681" providerId="ADAL" clId="{11AC29DA-C353-4A7B-A81D-E4C4D0F63F4A}" dt="2025-12-16T10:44:57.872" v="625" actId="478"/>
          <ac:spMkLst>
            <pc:docMk/>
            <pc:sldMk cId="1380517564" sldId="261"/>
            <ac:spMk id="2" creationId="{2D33BEA6-D460-1E85-F821-AA52C5577510}"/>
          </ac:spMkLst>
        </pc:spChg>
        <pc:spChg chg="mod">
          <ac:chgData name="Vivek Kumar Chaudhary" userId="114ad16a-5735-4ec1-a38c-c3f8cbc8f681" providerId="ADAL" clId="{11AC29DA-C353-4A7B-A81D-E4C4D0F63F4A}" dt="2025-12-17T10:34:47.235" v="1499" actId="113"/>
          <ac:spMkLst>
            <pc:docMk/>
            <pc:sldMk cId="1380517564" sldId="261"/>
            <ac:spMk id="3" creationId="{BCC9FA07-A889-5242-EE15-1539FF3FE267}"/>
          </ac:spMkLst>
        </pc:spChg>
        <pc:picChg chg="mod">
          <ac:chgData name="Vivek Kumar Chaudhary" userId="114ad16a-5735-4ec1-a38c-c3f8cbc8f681" providerId="ADAL" clId="{11AC29DA-C353-4A7B-A81D-E4C4D0F63F4A}" dt="2025-12-17T10:36:20.857" v="1618" actId="1076"/>
          <ac:picMkLst>
            <pc:docMk/>
            <pc:sldMk cId="1380517564" sldId="261"/>
            <ac:picMk id="5" creationId="{D89E5978-85C3-3C6D-5F4D-39F00E2357B8}"/>
          </ac:picMkLst>
        </pc:picChg>
        <pc:picChg chg="mod">
          <ac:chgData name="Vivek Kumar Chaudhary" userId="114ad16a-5735-4ec1-a38c-c3f8cbc8f681" providerId="ADAL" clId="{11AC29DA-C353-4A7B-A81D-E4C4D0F63F4A}" dt="2025-12-17T10:35:34.196" v="1613" actId="1036"/>
          <ac:picMkLst>
            <pc:docMk/>
            <pc:sldMk cId="1380517564" sldId="261"/>
            <ac:picMk id="7" creationId="{AE685CCC-8AC5-8126-DAFE-8ECA3CB4357F}"/>
          </ac:picMkLst>
        </pc:picChg>
        <pc:picChg chg="add mod">
          <ac:chgData name="Vivek Kumar Chaudhary" userId="114ad16a-5735-4ec1-a38c-c3f8cbc8f681" providerId="ADAL" clId="{11AC29DA-C353-4A7B-A81D-E4C4D0F63F4A}" dt="2025-12-17T10:35:11.647" v="1550" actId="1038"/>
          <ac:picMkLst>
            <pc:docMk/>
            <pc:sldMk cId="1380517564" sldId="261"/>
            <ac:picMk id="9" creationId="{A7EA98FE-987B-0B0D-051B-52C00A179ED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20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08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043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0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814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23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52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62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254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488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86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699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Video 3" descr="Shooting Basketball In The Ring">
            <a:extLst>
              <a:ext uri="{FF2B5EF4-FFF2-40B4-BE49-F238E27FC236}">
                <a16:creationId xmlns:a16="http://schemas.microsoft.com/office/drawing/2014/main" id="{94615C52-EE2B-B07E-7B43-C4A80B05D49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58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D26431-73D1-BD52-F814-4433CA4F8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309511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Logo av basketball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38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1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9FA07-A889-5242-EE15-1539FF3FE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906" y="3891873"/>
            <a:ext cx="11155680" cy="23350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2400" b="1" dirty="0"/>
              <a:t>Her er hvordan jeg lagde min logo</a:t>
            </a:r>
            <a:endParaRPr lang="en-US" sz="2400" b="1" dirty="0"/>
          </a:p>
          <a:p>
            <a:pPr marL="0" indent="0">
              <a:buNone/>
            </a:pPr>
            <a:r>
              <a:rPr lang="nb-NO" sz="2400" dirty="0"/>
              <a:t>Jeg brukte Curvature tool for å lage den 2 linje rundt av main ballen etter den jeg lagde den ballen å farget den og etter den jeg lagge andre sirkel og i den sirkel jeg gjorde mye for å lage basketball etter den jeg farget og sett tekst og stjerne og ferdig.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89E5978-85C3-3C6D-5F4D-39F00E235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55919" y="957729"/>
            <a:ext cx="2737690" cy="2471271"/>
          </a:xfrm>
          <a:prstGeom prst="rect">
            <a:avLst/>
          </a:prstGeom>
        </p:spPr>
      </p:pic>
      <p:pic>
        <p:nvPicPr>
          <p:cNvPr id="7" name="Picture 6" descr="A logo of a basketball team">
            <a:extLst>
              <a:ext uri="{FF2B5EF4-FFF2-40B4-BE49-F238E27FC236}">
                <a16:creationId xmlns:a16="http://schemas.microsoft.com/office/drawing/2014/main" id="{AE685CCC-8AC5-8126-DAFE-8ECA3CB435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068" y="932562"/>
            <a:ext cx="2590397" cy="23350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EA98FE-987B-0B0D-051B-52C00A179E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545" y="957729"/>
            <a:ext cx="4034069" cy="223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17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28E74-EA7D-3E6A-0FF1-8F84DDD22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83886"/>
            <a:ext cx="6877882" cy="1359017"/>
          </a:xfrm>
        </p:spPr>
        <p:txBody>
          <a:bodyPr>
            <a:normAutofit lnSpcReduction="10000"/>
          </a:bodyPr>
          <a:lstStyle/>
          <a:p>
            <a:endParaRPr lang="en-US" sz="3600" dirty="0"/>
          </a:p>
          <a:p>
            <a:r>
              <a:rPr lang="en-US" sz="3600" dirty="0"/>
              <a:t>Colour code av basketball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C268FDAF-4EB6-5BB1-5A48-57ECA0FB698B}"/>
              </a:ext>
            </a:extLst>
          </p:cNvPr>
          <p:cNvSpPr/>
          <p:nvPr/>
        </p:nvSpPr>
        <p:spPr>
          <a:xfrm>
            <a:off x="587229" y="1402671"/>
            <a:ext cx="2192867" cy="872066"/>
          </a:xfrm>
          <a:prstGeom prst="flowChartProcess">
            <a:avLst/>
          </a:prstGeom>
          <a:solidFill>
            <a:srgbClr val="FDC01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981C0B-8050-A2EC-E94D-8BB954832289}"/>
              </a:ext>
            </a:extLst>
          </p:cNvPr>
          <p:cNvSpPr txBox="1"/>
          <p:nvPr/>
        </p:nvSpPr>
        <p:spPr>
          <a:xfrm>
            <a:off x="587228" y="2324428"/>
            <a:ext cx="21928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Hex: #fdc016</a:t>
            </a:r>
          </a:p>
          <a:p>
            <a:r>
              <a:rPr lang="en-US" dirty="0"/>
              <a:t>RGB:253,192,22</a:t>
            </a:r>
          </a:p>
          <a:p>
            <a:r>
              <a:rPr lang="en-US" dirty="0"/>
              <a:t>CMYK:0,24,91,1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CA1C81B6-F874-A0DA-6323-0F92C2208BD9}"/>
              </a:ext>
            </a:extLst>
          </p:cNvPr>
          <p:cNvSpPr/>
          <p:nvPr/>
        </p:nvSpPr>
        <p:spPr>
          <a:xfrm>
            <a:off x="4363362" y="1402671"/>
            <a:ext cx="2252134" cy="872066"/>
          </a:xfrm>
          <a:prstGeom prst="flowChartProcess">
            <a:avLst/>
          </a:prstGeom>
          <a:solidFill>
            <a:srgbClr val="F17B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7F80EE-35C4-35CA-6BD3-66A3CBB1E88E}"/>
              </a:ext>
            </a:extLst>
          </p:cNvPr>
          <p:cNvSpPr txBox="1"/>
          <p:nvPr/>
        </p:nvSpPr>
        <p:spPr>
          <a:xfrm>
            <a:off x="4363362" y="2384804"/>
            <a:ext cx="22521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Hex: #f17b3e</a:t>
            </a:r>
          </a:p>
          <a:p>
            <a:r>
              <a:rPr lang="en-US" dirty="0"/>
              <a:t>RGB:241,123,62</a:t>
            </a:r>
          </a:p>
          <a:p>
            <a:r>
              <a:rPr lang="en-US" dirty="0"/>
              <a:t>CMYK:0,49,74,5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A17075-A858-E23D-CDFA-E9C1895AE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3038" y="685895"/>
            <a:ext cx="4448961" cy="4016008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0064E62-C86F-EE68-2476-FF4387582C5C}"/>
              </a:ext>
            </a:extLst>
          </p:cNvPr>
          <p:cNvSpPr txBox="1">
            <a:spLocks/>
          </p:cNvSpPr>
          <p:nvPr/>
        </p:nvSpPr>
        <p:spPr>
          <a:xfrm>
            <a:off x="48087" y="2969703"/>
            <a:ext cx="7694952" cy="170465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 dirty="0"/>
          </a:p>
          <a:p>
            <a:r>
              <a:rPr lang="en-US" sz="3200" dirty="0"/>
              <a:t>Her er </a:t>
            </a:r>
            <a:r>
              <a:rPr lang="en-US" sz="3200" dirty="0" err="1"/>
              <a:t>colour</a:t>
            </a:r>
            <a:r>
              <a:rPr lang="en-US" sz="3200" dirty="0"/>
              <a:t> code av text, Castellar font style. Og </a:t>
            </a:r>
            <a:r>
              <a:rPr lang="en-US" sz="3200" dirty="0" err="1"/>
              <a:t>stjerne</a:t>
            </a:r>
            <a:r>
              <a:rPr lang="en-US" sz="3200" dirty="0"/>
              <a:t> er </a:t>
            </a:r>
            <a:r>
              <a:rPr lang="en-US" sz="3200" dirty="0" err="1"/>
              <a:t>farge</a:t>
            </a:r>
            <a:r>
              <a:rPr lang="en-US" sz="3200" dirty="0"/>
              <a:t> er </a:t>
            </a:r>
            <a:r>
              <a:rPr lang="en-US" sz="3200" dirty="0" err="1"/>
              <a:t>også</a:t>
            </a:r>
            <a:r>
              <a:rPr lang="en-US" sz="3200" dirty="0"/>
              <a:t> </a:t>
            </a:r>
            <a:r>
              <a:rPr lang="en-US" sz="3200" dirty="0" err="1"/>
              <a:t>samme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dirty="0"/>
              <a:t>Ned text font style er Bookman Old Style.</a:t>
            </a: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53589633-F4B3-8816-45BF-146A5F72A698}"/>
              </a:ext>
            </a:extLst>
          </p:cNvPr>
          <p:cNvSpPr/>
          <p:nvPr/>
        </p:nvSpPr>
        <p:spPr>
          <a:xfrm>
            <a:off x="5532261" y="4141988"/>
            <a:ext cx="1955800" cy="915082"/>
          </a:xfrm>
          <a:prstGeom prst="flowChartConnector">
            <a:avLst/>
          </a:prstGeom>
          <a:solidFill>
            <a:srgbClr val="AAAC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551032-EEB9-6E03-A3F7-571251876121}"/>
              </a:ext>
            </a:extLst>
          </p:cNvPr>
          <p:cNvSpPr txBox="1"/>
          <p:nvPr/>
        </p:nvSpPr>
        <p:spPr>
          <a:xfrm>
            <a:off x="5718621" y="5280855"/>
            <a:ext cx="20743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HEX: #aaacb6</a:t>
            </a:r>
          </a:p>
          <a:p>
            <a:r>
              <a:rPr lang="en-US" dirty="0"/>
              <a:t>RGB: 170,172,182</a:t>
            </a:r>
          </a:p>
          <a:p>
            <a:r>
              <a:rPr lang="en-US" dirty="0"/>
              <a:t>CMYK: 7,5,0,29</a:t>
            </a:r>
          </a:p>
        </p:txBody>
      </p:sp>
    </p:spTree>
    <p:extLst>
      <p:ext uri="{BB962C8B-B14F-4D97-AF65-F5344CB8AC3E}">
        <p14:creationId xmlns:p14="http://schemas.microsoft.com/office/powerpoint/2010/main" val="926296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FA3E1-5B0B-519D-9DE5-AE0E6B61C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691888"/>
            <a:ext cx="8122501" cy="801352"/>
          </a:xfrm>
        </p:spPr>
        <p:txBody>
          <a:bodyPr>
            <a:normAutofit fontScale="55000" lnSpcReduction="20000"/>
          </a:bodyPr>
          <a:lstStyle/>
          <a:p>
            <a:endParaRPr lang="fr-FR" sz="3200" dirty="0"/>
          </a:p>
          <a:p>
            <a:r>
              <a:rPr lang="fr-FR" sz="4400" dirty="0" err="1"/>
              <a:t>Colour</a:t>
            </a:r>
            <a:r>
              <a:rPr lang="fr-FR" sz="4400" dirty="0"/>
              <a:t> code av stor </a:t>
            </a:r>
            <a:r>
              <a:rPr lang="en-US" sz="4400" dirty="0" err="1"/>
              <a:t>sirkel</a:t>
            </a:r>
            <a:r>
              <a:rPr lang="en-US" sz="4400" dirty="0"/>
              <a:t> 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255D4A3C-982A-2158-4D7F-EA801BEA6987}"/>
              </a:ext>
            </a:extLst>
          </p:cNvPr>
          <p:cNvSpPr/>
          <p:nvPr/>
        </p:nvSpPr>
        <p:spPr>
          <a:xfrm>
            <a:off x="973666" y="1514263"/>
            <a:ext cx="1007534" cy="982133"/>
          </a:xfrm>
          <a:prstGeom prst="flowChartConnector">
            <a:avLst/>
          </a:prstGeom>
          <a:solidFill>
            <a:srgbClr val="D73B2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51EE6D-AF7D-E638-3DA0-63E650849598}"/>
              </a:ext>
            </a:extLst>
          </p:cNvPr>
          <p:cNvSpPr txBox="1"/>
          <p:nvPr/>
        </p:nvSpPr>
        <p:spPr>
          <a:xfrm>
            <a:off x="580127" y="2517419"/>
            <a:ext cx="19701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Hex: #d73b2c</a:t>
            </a:r>
          </a:p>
          <a:p>
            <a:r>
              <a:rPr lang="en-US" dirty="0"/>
              <a:t>RGB: 215,59,44</a:t>
            </a:r>
          </a:p>
          <a:p>
            <a:r>
              <a:rPr lang="en-US" dirty="0"/>
              <a:t>CMYK: 0,73,80,16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37383DD1-AE9C-F9CB-EBFD-C06AA987140E}"/>
              </a:ext>
            </a:extLst>
          </p:cNvPr>
          <p:cNvSpPr/>
          <p:nvPr/>
        </p:nvSpPr>
        <p:spPr>
          <a:xfrm>
            <a:off x="3530599" y="1490137"/>
            <a:ext cx="948267" cy="967393"/>
          </a:xfrm>
          <a:prstGeom prst="flowChartConnector">
            <a:avLst/>
          </a:prstGeom>
          <a:solidFill>
            <a:srgbClr val="7C55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C8CB28-F6B5-0348-B9A5-9720DFED56D6}"/>
              </a:ext>
            </a:extLst>
          </p:cNvPr>
          <p:cNvSpPr txBox="1"/>
          <p:nvPr/>
        </p:nvSpPr>
        <p:spPr>
          <a:xfrm>
            <a:off x="3119408" y="2496396"/>
            <a:ext cx="19701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Hex: #7c5548</a:t>
            </a:r>
          </a:p>
          <a:p>
            <a:r>
              <a:rPr lang="en-US" dirty="0"/>
              <a:t>RGB:124,85,72</a:t>
            </a:r>
          </a:p>
          <a:p>
            <a:r>
              <a:rPr lang="en-US" dirty="0"/>
              <a:t>CMYK:0,31,42,51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77F79AAF-727C-2859-30E4-54E0BADF9E3D}"/>
              </a:ext>
            </a:extLst>
          </p:cNvPr>
          <p:cNvSpPr/>
          <p:nvPr/>
        </p:nvSpPr>
        <p:spPr>
          <a:xfrm>
            <a:off x="6354910" y="1490137"/>
            <a:ext cx="948267" cy="982133"/>
          </a:xfrm>
          <a:prstGeom prst="flowChartConnector">
            <a:avLst/>
          </a:prstGeom>
          <a:solidFill>
            <a:srgbClr val="7C55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1A8DD7-CBE0-4B6D-DC08-751F64E4D08C}"/>
              </a:ext>
            </a:extLst>
          </p:cNvPr>
          <p:cNvSpPr txBox="1"/>
          <p:nvPr/>
        </p:nvSpPr>
        <p:spPr>
          <a:xfrm>
            <a:off x="6028265" y="2457530"/>
            <a:ext cx="19701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Hex: #463d3a</a:t>
            </a:r>
          </a:p>
          <a:p>
            <a:r>
              <a:rPr lang="en-US" dirty="0"/>
              <a:t>RGB:70,61,58</a:t>
            </a:r>
          </a:p>
          <a:p>
            <a:r>
              <a:rPr lang="en-US" dirty="0"/>
              <a:t>CMYK:0,13,17,73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4487F0D-2BA8-B509-F4EA-E60D5BB0CA55}"/>
              </a:ext>
            </a:extLst>
          </p:cNvPr>
          <p:cNvSpPr txBox="1">
            <a:spLocks/>
          </p:cNvSpPr>
          <p:nvPr/>
        </p:nvSpPr>
        <p:spPr>
          <a:xfrm>
            <a:off x="432283" y="3226690"/>
            <a:ext cx="6870894" cy="92333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 dirty="0"/>
          </a:p>
          <a:p>
            <a:r>
              <a:rPr lang="en-US" sz="3200" dirty="0"/>
              <a:t>Den er </a:t>
            </a:r>
            <a:r>
              <a:rPr lang="en-US" sz="3200" dirty="0" err="1"/>
              <a:t>colour</a:t>
            </a:r>
            <a:r>
              <a:rPr lang="en-US" sz="3200" dirty="0"/>
              <a:t> code av 2 </a:t>
            </a:r>
            <a:r>
              <a:rPr lang="en-US" sz="3200" dirty="0" err="1"/>
              <a:t>linje</a:t>
            </a:r>
            <a:r>
              <a:rPr lang="en-US" sz="3200" dirty="0"/>
              <a:t> </a:t>
            </a:r>
            <a:r>
              <a:rPr lang="en-US" sz="3200" dirty="0" err="1"/>
              <a:t>runde</a:t>
            </a:r>
            <a:r>
              <a:rPr lang="en-US" sz="3200" dirty="0"/>
              <a:t> av </a:t>
            </a:r>
            <a:r>
              <a:rPr lang="en-US" sz="3200" dirty="0" err="1"/>
              <a:t>ballen</a:t>
            </a:r>
            <a:endParaRPr lang="en-US" sz="3200" dirty="0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B363F7AD-6BD5-2BB7-2CFC-56DA5D25E204}"/>
              </a:ext>
            </a:extLst>
          </p:cNvPr>
          <p:cNvSpPr/>
          <p:nvPr/>
        </p:nvSpPr>
        <p:spPr>
          <a:xfrm>
            <a:off x="838897" y="4241729"/>
            <a:ext cx="1024467" cy="1024466"/>
          </a:xfrm>
          <a:prstGeom prst="flowChartConnector">
            <a:avLst/>
          </a:prstGeom>
          <a:solidFill>
            <a:srgbClr val="AF582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73B49907-AF28-FDD1-7D98-CED109D70933}"/>
              </a:ext>
            </a:extLst>
          </p:cNvPr>
          <p:cNvSpPr/>
          <p:nvPr/>
        </p:nvSpPr>
        <p:spPr>
          <a:xfrm>
            <a:off x="3170955" y="4258324"/>
            <a:ext cx="1024467" cy="1024466"/>
          </a:xfrm>
          <a:prstGeom prst="flowChartConnector">
            <a:avLst/>
          </a:prstGeom>
          <a:solidFill>
            <a:srgbClr val="78594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E633E0AB-819C-74D6-481A-11FE545A7789}"/>
              </a:ext>
            </a:extLst>
          </p:cNvPr>
          <p:cNvSpPr/>
          <p:nvPr/>
        </p:nvSpPr>
        <p:spPr>
          <a:xfrm>
            <a:off x="5504542" y="4258324"/>
            <a:ext cx="1024467" cy="1024466"/>
          </a:xfrm>
          <a:prstGeom prst="flowChartConnector">
            <a:avLst/>
          </a:prstGeom>
          <a:solidFill>
            <a:srgbClr val="3531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F8D521-1C6E-D849-C74C-D8F99945CA73}"/>
              </a:ext>
            </a:extLst>
          </p:cNvPr>
          <p:cNvSpPr txBox="1"/>
          <p:nvPr/>
        </p:nvSpPr>
        <p:spPr>
          <a:xfrm>
            <a:off x="306237" y="5300816"/>
            <a:ext cx="1908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Hex: #af582d</a:t>
            </a:r>
          </a:p>
          <a:p>
            <a:r>
              <a:rPr lang="en-US" dirty="0"/>
              <a:t>RGB:175,88,45</a:t>
            </a:r>
          </a:p>
          <a:p>
            <a:r>
              <a:rPr lang="en-US" dirty="0"/>
              <a:t>CMYK:0,50,74,31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CAC696-9593-80C2-3911-4031AD129A05}"/>
              </a:ext>
            </a:extLst>
          </p:cNvPr>
          <p:cNvSpPr txBox="1"/>
          <p:nvPr/>
        </p:nvSpPr>
        <p:spPr>
          <a:xfrm>
            <a:off x="2904254" y="5299385"/>
            <a:ext cx="1908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Hex: #785946</a:t>
            </a:r>
          </a:p>
          <a:p>
            <a:r>
              <a:rPr lang="en-US" dirty="0"/>
              <a:t>RGB:120,89,70</a:t>
            </a:r>
          </a:p>
          <a:p>
            <a:r>
              <a:rPr lang="en-US" dirty="0"/>
              <a:t>CMYK:0,26,42,53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258AFB-66A7-B7FB-5F79-197F47D2FB39}"/>
              </a:ext>
            </a:extLst>
          </p:cNvPr>
          <p:cNvSpPr txBox="1"/>
          <p:nvPr/>
        </p:nvSpPr>
        <p:spPr>
          <a:xfrm>
            <a:off x="5237841" y="5299385"/>
            <a:ext cx="1785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Hex: #35312f</a:t>
            </a:r>
          </a:p>
          <a:p>
            <a:r>
              <a:rPr lang="en-US" dirty="0"/>
              <a:t>RGB:53,49,47</a:t>
            </a:r>
          </a:p>
          <a:p>
            <a:r>
              <a:rPr lang="en-US" dirty="0"/>
              <a:t>CMYK:0,8,11,79</a:t>
            </a:r>
          </a:p>
        </p:txBody>
      </p:sp>
    </p:spTree>
    <p:extLst>
      <p:ext uri="{BB962C8B-B14F-4D97-AF65-F5344CB8AC3E}">
        <p14:creationId xmlns:p14="http://schemas.microsoft.com/office/powerpoint/2010/main" val="230068381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Metadata/LabelInfo.xml><?xml version="1.0" encoding="utf-8"?>
<clbl:labelList xmlns:clbl="http://schemas.microsoft.com/office/2020/mipLabelMetadata">
  <clbl:label id="{a5a66368-d49e-4bf5-af9a-6ccbf48e6655}" enabled="0" method="" siteId="{a5a66368-d49e-4bf5-af9a-6ccbf48e665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200</Words>
  <Application>Microsoft Office PowerPoint</Application>
  <PresentationFormat>Widescreen</PresentationFormat>
  <Paragraphs>39</Paragraphs>
  <Slides>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Bierstadt</vt:lpstr>
      <vt:lpstr>GestaltVTI</vt:lpstr>
      <vt:lpstr>Logo av basketball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Kumar Chaudhary</dc:creator>
  <cp:lastModifiedBy>Vivek Kumar Chaudhary</cp:lastModifiedBy>
  <cp:revision>1</cp:revision>
  <dcterms:created xsi:type="dcterms:W3CDTF">2025-10-23T11:37:47Z</dcterms:created>
  <dcterms:modified xsi:type="dcterms:W3CDTF">2025-12-17T10:36:30Z</dcterms:modified>
</cp:coreProperties>
</file>